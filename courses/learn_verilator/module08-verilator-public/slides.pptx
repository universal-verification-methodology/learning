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internal net is visible to your C++ testbench by default. Module ports are already visible at the boundary. Internal signals stay hidden unless you mark them with the Verilator public comment pragma. The design goal is minimal exposure—only what the host truly needs to check or drive.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Ports are your contract—no pragma required for normal top-level access patterns. Unmarked internals are HIDDEN from the host’s perspective unless you peek via hierarchy tricks you should not rely on in production. Mark selectively with the public comment when a scoreboard or checker in C++ must read an internal register. More exposure slows compile and couples TB to implementation details.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public visibility lab, load the starter RTL and decide which signals need the public marker for a C++ check. Challenges show over-marked designs—everything public—and under-marked designs where the host cannot see the net under test. Reach ready with minimal marking.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take a tiny module with one internal counter. Run once without public markers and note what the host cannot see. Add a public marker on the one net you must observe, recompile, and confirm access. Remove gratuitous markers before you commit—minimal is the rule.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mark every signal public to avoid thinking about interfaces. Do not assume ports need the pragma—they already belong to the boundary. Do not hide required check signals and then debug blind in C++. And remember recompile is required after marker changes—this is not a runtime poke.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pass minimal-marking challenges. In Track A, expose one internal net intentionally and read it from the host. When you are ready, take the short quiz, then continue to verification metrics.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Exposing signals to C++</a:t>
            </a:r>
          </a:p>
          <a:p>
            <a:pPr algn="ctr">
              <a:lnSpc>
                <a:spcPts val="2200"/>
              </a:lnSpc>
              <a:spcBef>
                <a:spcPts val="1400"/>
              </a:spcBef>
            </a:pPr>
            <a:r>
              <a:rPr sz="2600" b="0">
                <a:solidFill>
                  <a:srgbClr val="333333"/>
                </a:solidFill>
                <a:latin typeface="Calibri"/>
              </a:rPr>
              <a:t>Not every internal net is visible to your C++ testbench by default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verilator public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Public, hidden, and ports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Ports are your contract, no pragma required for normal top-level access patterns</a:t>
            </a:r>
          </a:p>
          <a:p>
            <a:pPr lvl="0" marL="457200" indent="-228600">
              <a:buFont typeface="Calibri"/>
              <a:spcAft>
                <a:spcPts val="1000"/>
              </a:spcAft>
              <a:buSzPct val="100000"/>
              <a:buChar char="•"/>
              <a:lnSpc>
                <a:spcPts val="2200"/>
              </a:lnSpc>
            </a:pPr>
            <a:r>
              <a:rPr sz="2000" b="0">
                <a:solidFill>
                  <a:srgbClr val="333333"/>
                </a:solidFill>
                <a:latin typeface="Calibri"/>
              </a:rPr>
              <a:t>Unmarked internals are HIDDEN from the host’s perspective unless you peek via hierarchy</a:t>
            </a:r>
          </a:p>
          <a:p>
            <a:pPr lvl="0" marL="457200" indent="-228600">
              <a:buFont typeface="Calibri"/>
              <a:spcAft>
                <a:spcPts val="1000"/>
              </a:spcAft>
              <a:buSzPct val="100000"/>
              <a:buChar char="•"/>
              <a:lnSpc>
                <a:spcPts val="2200"/>
              </a:lnSpc>
            </a:pPr>
            <a:r>
              <a:rPr sz="2000" b="0">
                <a:solidFill>
                  <a:srgbClr val="333333"/>
                </a:solidFill>
                <a:latin typeface="Calibri"/>
              </a:rPr>
              <a:t>Mark selectively with the public comment when a scoreboard or checker in C++ must read an</a:t>
            </a:r>
          </a:p>
          <a:p>
            <a:pPr lvl="0" marL="457200" indent="-228600">
              <a:buFont typeface="Calibri"/>
              <a:spcAft>
                <a:spcPts val="1000"/>
              </a:spcAft>
              <a:buSzPct val="100000"/>
              <a:buChar char="•"/>
              <a:lnSpc>
                <a:spcPts val="2200"/>
              </a:lnSpc>
            </a:pPr>
            <a:r>
              <a:rPr sz="2000" b="0">
                <a:solidFill>
                  <a:srgbClr val="333333"/>
                </a:solidFill>
                <a:latin typeface="Calibri"/>
              </a:rPr>
              <a:t>More exposure slows compile and couples TB to implementation details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verilator public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verilator public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Verilator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take a tiny module with one internal counter</a:t>
            </a:r>
          </a:p>
          <a:p>
            <a:pPr lvl="0" marL="457200" indent="-228600">
              <a:buFont typeface="Calibri"/>
              <a:spcAft>
                <a:spcPts val="1000"/>
              </a:spcAft>
              <a:buSzPct val="100000"/>
              <a:buChar char="•"/>
              <a:lnSpc>
                <a:spcPts val="2200"/>
              </a:lnSpc>
            </a:pPr>
            <a:r>
              <a:rPr sz="2000" b="0">
                <a:solidFill>
                  <a:srgbClr val="333333"/>
                </a:solidFill>
                <a:latin typeface="Calibri"/>
              </a:rPr>
              <a:t>Run once without public markers and note what the host cannot see</a:t>
            </a:r>
          </a:p>
          <a:p>
            <a:pPr lvl="0" marL="457200" indent="-228600">
              <a:buFont typeface="Calibri"/>
              <a:spcAft>
                <a:spcPts val="1000"/>
              </a:spcAft>
              <a:buSzPct val="100000"/>
              <a:buChar char="•"/>
              <a:lnSpc>
                <a:spcPts val="2200"/>
              </a:lnSpc>
            </a:pPr>
            <a:r>
              <a:rPr sz="2000" b="0">
                <a:solidFill>
                  <a:srgbClr val="333333"/>
                </a:solidFill>
                <a:latin typeface="Calibri"/>
              </a:rPr>
              <a:t>Add a public marker on the one net you must observe, recompile, and confirm access</a:t>
            </a:r>
          </a:p>
          <a:p>
            <a:pPr lvl="0" marL="457200" indent="-228600">
              <a:buFont typeface="Calibri"/>
              <a:spcAft>
                <a:spcPts val="1000"/>
              </a:spcAft>
              <a:buSzPct val="100000"/>
              <a:buChar char="•"/>
              <a:lnSpc>
                <a:spcPts val="2200"/>
              </a:lnSpc>
            </a:pPr>
            <a:r>
              <a:rPr sz="2000" b="0">
                <a:solidFill>
                  <a:srgbClr val="333333"/>
                </a:solidFill>
                <a:latin typeface="Calibri"/>
              </a:rPr>
              <a:t>Remove gratuitous markers before you commit, minimal is the rule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verilator public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mark every signal public to avoid thinking about interfaces</a:t>
            </a:r>
          </a:p>
          <a:p>
            <a:pPr lvl="0" marL="457200" indent="-228600">
              <a:buFont typeface="Calibri"/>
              <a:spcAft>
                <a:spcPts val="1000"/>
              </a:spcAft>
              <a:buSzPct val="100000"/>
              <a:buChar char="•"/>
              <a:lnSpc>
                <a:spcPts val="2200"/>
              </a:lnSpc>
            </a:pPr>
            <a:r>
              <a:rPr sz="2000" b="0">
                <a:solidFill>
                  <a:srgbClr val="333333"/>
                </a:solidFill>
                <a:latin typeface="Calibri"/>
              </a:rPr>
              <a:t>Do not assume ports need the pragma, they already belong to the boundary</a:t>
            </a:r>
          </a:p>
          <a:p>
            <a:pPr lvl="0" marL="457200" indent="-228600">
              <a:buFont typeface="Calibri"/>
              <a:spcAft>
                <a:spcPts val="1000"/>
              </a:spcAft>
              <a:buSzPct val="100000"/>
              <a:buChar char="•"/>
              <a:lnSpc>
                <a:spcPts val="2200"/>
              </a:lnSpc>
            </a:pPr>
            <a:r>
              <a:rPr sz="2000" b="0">
                <a:solidFill>
                  <a:srgbClr val="333333"/>
                </a:solidFill>
                <a:latin typeface="Calibri"/>
              </a:rPr>
              <a:t>Do not hide required check signals and then debug blind in C++</a:t>
            </a:r>
          </a:p>
          <a:p>
            <a:pPr lvl="0" marL="457200" indent="-228600">
              <a:buFont typeface="Calibri"/>
              <a:spcAft>
                <a:spcPts val="1000"/>
              </a:spcAft>
              <a:buSzPct val="100000"/>
              <a:buChar char="•"/>
              <a:lnSpc>
                <a:spcPts val="2200"/>
              </a:lnSpc>
            </a:pPr>
            <a:r>
              <a:rPr sz="2000" b="0">
                <a:solidFill>
                  <a:srgbClr val="333333"/>
                </a:solidFill>
                <a:latin typeface="Calibri"/>
              </a:rPr>
              <a:t>And remember recompile is required after marker changes, this is not a runtime poke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verilator public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pass minimal-marking challenges</a:t>
            </a:r>
          </a:p>
          <a:p>
            <a:pPr lvl="0" marL="457200" indent="-228600">
              <a:buFont typeface="Calibri"/>
              <a:spcAft>
                <a:spcPts val="1000"/>
              </a:spcAft>
              <a:buSzPct val="100000"/>
              <a:buChar char="•"/>
              <a:lnSpc>
                <a:spcPts val="2200"/>
              </a:lnSpc>
            </a:pPr>
            <a:r>
              <a:rPr sz="2000" b="0">
                <a:solidFill>
                  <a:srgbClr val="333333"/>
                </a:solidFill>
                <a:latin typeface="Calibri"/>
              </a:rPr>
              <a:t>In Track A, expose one internal net intentionally and read it from the host</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verification metrics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verilator public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