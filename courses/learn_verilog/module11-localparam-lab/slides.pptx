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parameter is a compile-time constant the parent can override at instantiation with hash-dot syntax. A localparam is also fixed at elaboration time, but it cannot be overridden from outside the module—it is for derived values that should track your parameters automatically. This module is that split: public knobs versus private constants, and why trying to override a localparam is a mistake.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Declare parameter WIDTH equals eight as the tunable bus width. Then localparam DEPTH equals WIDTH times two—memory depth derived from width, not exposed at the boundary. Instantiate fifo hash-dot WIDTH open-paren four close-paren and WIDTH becomes four while DEPTH recomputes to eight. Hash-dot DEPTH open-paren ninety-nine close-paren is illegal or ignored—DEPTH is local. The pattern parameter W, then localparam MSB equals W minus one, keeps bracket math in one place when W changes.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localparam-versus-parameter lab from the tools page. You will see cards for parameter, localparam, and the discouraged defparam habit, plus sliders for default and override WIDTH. Load the starter, apply hash-dot WIDTH open-paren four close-paren, and watch elaborated DEPTH track WIDTH times two. Try the illegal DEPTH override button and read the warning. Work the quiz challenges, then use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The fifo sketch declares parameter WIDTH with a default, localparam DEPTH as WIDTH times two, and a top-level that overrides WIDTH to four at instantiation. If Icarus is available, run a syntax-only compile—the point is which names are overridable, not simulating the full memory array.</a:t>
            </a:r>
          </a:p>
          <a:p/>
          <a:p>
            <a:r>
              <a:t>```verilog</a:t>
            </a:r>
          </a:p>
          <a:p>
            <a:r>
              <a:t>// localparam_demo.v — parameter vs localparam</a:t>
            </a:r>
          </a:p>
          <a:p>
            <a:r>
              <a:t>module fifo #(</a:t>
            </a:r>
          </a:p>
          <a:p>
            <a:r>
              <a:t>  parameter WIDTH = 8</a:t>
            </a:r>
          </a:p>
          <a:p>
            <a:r>
              <a:t>)(</a:t>
            </a:r>
          </a:p>
          <a:p>
            <a:r>
              <a:t>  input  [WIDTH-1:0] d,</a:t>
            </a:r>
          </a:p>
          <a:p>
            <a:r>
              <a:t>  output [WIDTH-1:0] q</a:t>
            </a:r>
          </a:p>
          <a:p>
            <a:r>
              <a:t>);</a:t>
            </a:r>
          </a:p>
          <a:p>
            <a:r>
              <a:t>  localparam DEPTH = WIDTH * 2;  // derived — not overridable</a:t>
            </a:r>
          </a:p>
          <a:p>
            <a:r>
              <a:t>  assign q = d;</a:t>
            </a:r>
          </a:p>
          <a:p>
            <a:r>
              <a:t>endmodule</a:t>
            </a:r>
          </a:p>
          <a:p/>
          <a:p>
            <a:r>
              <a:t>module top;</a:t>
            </a:r>
          </a:p>
          <a:p>
            <a:r>
              <a:t>  wire [3:0] din, dout;</a:t>
            </a:r>
          </a:p>
          <a:p>
            <a:r>
              <a:t>  fifo #(.WIDTH(4)) u (.d(din), .q(dout));</a:t>
            </a:r>
          </a:p>
          <a:p>
            <a:r>
              <a:t>endmodule</a:t>
            </a:r>
          </a:p>
          <a:p/>
          <a:p>
            <a:r>
              <a:t>// iverilog -t null localparam_demo.v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put every constant in parameter form—parents should not override derived widths like MSB or DEPTH. Do not use defparam for new code; prefer hash-dot at the instance. Do not assume a localparam override fails loudly in every tool—some flows ignore it, which hides mistakes. Do keep parameter for instance-visible knobs and localparam for math that must stay in sync inside the module.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override WIDTH to four and state the new DEPTH. On real Verilog, add a localparam derived from an existing parameter. When you are ready, take the short quiz, then continue to generate and replication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localparam</a:t>
            </a:r>
          </a:p>
          <a:p>
            <a:pPr algn="ctr">
              <a:lnSpc>
                <a:spcPts val="2200"/>
              </a:lnSpc>
              <a:spcBef>
                <a:spcPts val="1400"/>
              </a:spcBef>
            </a:pPr>
            <a:r>
              <a:rPr sz="2600" b="0">
                <a:solidFill>
                  <a:srgbClr val="333333"/>
                </a:solidFill>
                <a:latin typeface="Calibri"/>
              </a:rPr>
              <a:t>A parameter is a compile-time constant the parent can override at instantiation with hash-dot syntax</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localparam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Public knob, private derivation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Declare parameter WIDTH equals eight as the tunable bus width</a:t>
            </a:r>
          </a:p>
          <a:p>
            <a:pPr lvl="0" marL="457200" indent="-228600">
              <a:buFont typeface="Calibri"/>
              <a:spcAft>
                <a:spcPts val="1000"/>
              </a:spcAft>
              <a:buSzPct val="100000"/>
              <a:buChar char="•"/>
              <a:lnSpc>
                <a:spcPts val="2200"/>
              </a:lnSpc>
            </a:pPr>
            <a:r>
              <a:rPr sz="2000" b="0">
                <a:solidFill>
                  <a:srgbClr val="333333"/>
                </a:solidFill>
                <a:latin typeface="Calibri"/>
              </a:rPr>
              <a:t>Then localparam DEPTH equals WIDTH times two</a:t>
            </a:r>
          </a:p>
          <a:p>
            <a:pPr lvl="0" marL="457200" indent="-228600">
              <a:buFont typeface="Calibri"/>
              <a:spcAft>
                <a:spcPts val="1000"/>
              </a:spcAft>
              <a:buSzPct val="100000"/>
              <a:buChar char="•"/>
              <a:lnSpc>
                <a:spcPts val="2200"/>
              </a:lnSpc>
            </a:pPr>
            <a:r>
              <a:rPr sz="2000" b="0">
                <a:solidFill>
                  <a:srgbClr val="333333"/>
                </a:solidFill>
                <a:latin typeface="Calibri"/>
              </a:rPr>
              <a:t>Instantiate fifo hash-dot WIDTH open-paren four close-paren and WIDTH becomes four while</a:t>
            </a:r>
          </a:p>
          <a:p>
            <a:pPr lvl="0" marL="457200" indent="-228600">
              <a:buFont typeface="Calibri"/>
              <a:spcAft>
                <a:spcPts val="1000"/>
              </a:spcAft>
              <a:buSzPct val="100000"/>
              <a:buChar char="•"/>
              <a:lnSpc>
                <a:spcPts val="2200"/>
              </a:lnSpc>
            </a:pPr>
            <a:r>
              <a:rPr sz="2000" b="0">
                <a:solidFill>
                  <a:srgbClr val="333333"/>
                </a:solidFill>
                <a:latin typeface="Calibri"/>
              </a:rPr>
              <a:t>Hash-dot DEPTH open-paren ninety-nine close-paren is illegal or ignored, DEPTH is local</a:t>
            </a:r>
          </a:p>
          <a:p>
            <a:pPr lvl="0" marL="457200" indent="-228600">
              <a:buFont typeface="Calibri"/>
              <a:spcAft>
                <a:spcPts val="1000"/>
              </a:spcAft>
              <a:buSzPct val="100000"/>
              <a:buChar char="•"/>
              <a:lnSpc>
                <a:spcPts val="2200"/>
              </a:lnSpc>
            </a:pPr>
            <a:r>
              <a:rPr sz="2000" b="0">
                <a:solidFill>
                  <a:srgbClr val="333333"/>
                </a:solidFill>
                <a:latin typeface="Calibri"/>
              </a:rPr>
              <a:t>The pattern parameter 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localparam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localparam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localparam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880829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parameter and localparam in one module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localparam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put every constant in parameter form</a:t>
            </a:r>
          </a:p>
          <a:p>
            <a:pPr lvl="0" marL="457200" indent="-228600">
              <a:buFont typeface="Calibri"/>
              <a:spcAft>
                <a:spcPts val="1000"/>
              </a:spcAft>
              <a:buSzPct val="100000"/>
              <a:buChar char="•"/>
              <a:lnSpc>
                <a:spcPts val="2200"/>
              </a:lnSpc>
            </a:pPr>
            <a:r>
              <a:rPr sz="2000" b="0">
                <a:solidFill>
                  <a:srgbClr val="333333"/>
                </a:solidFill>
                <a:latin typeface="Calibri"/>
              </a:rPr>
              <a:t>Do not use defparam for new code; prefer hash-dot at the instance</a:t>
            </a:r>
          </a:p>
          <a:p>
            <a:pPr lvl="0" marL="457200" indent="-228600">
              <a:buFont typeface="Calibri"/>
              <a:spcAft>
                <a:spcPts val="1000"/>
              </a:spcAft>
              <a:buSzPct val="100000"/>
              <a:buChar char="•"/>
              <a:lnSpc>
                <a:spcPts val="2200"/>
              </a:lnSpc>
            </a:pPr>
            <a:r>
              <a:rPr sz="2000" b="0">
                <a:solidFill>
                  <a:srgbClr val="333333"/>
                </a:solidFill>
                <a:latin typeface="Calibri"/>
              </a:rPr>
              <a:t>Do not assume a localparam override fails loudly in every tool</a:t>
            </a:r>
          </a:p>
          <a:p>
            <a:pPr lvl="0" marL="457200" indent="-228600">
              <a:buFont typeface="Calibri"/>
              <a:spcAft>
                <a:spcPts val="1000"/>
              </a:spcAft>
              <a:buSzPct val="100000"/>
              <a:buChar char="•"/>
              <a:lnSpc>
                <a:spcPts val="2200"/>
              </a:lnSpc>
            </a:pPr>
            <a:r>
              <a:rPr sz="2000" b="0">
                <a:solidFill>
                  <a:srgbClr val="333333"/>
                </a:solidFill>
                <a:latin typeface="Calibri"/>
              </a:rPr>
              <a:t>Do keep parameter for instance-visible knobs and localparam for math that must stay in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localparam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override WIDTH to four and state the new DEPTH</a:t>
            </a:r>
          </a:p>
          <a:p>
            <a:pPr lvl="0" marL="457200" indent="-228600">
              <a:buFont typeface="Calibri"/>
              <a:spcAft>
                <a:spcPts val="1000"/>
              </a:spcAft>
              <a:buSzPct val="100000"/>
              <a:buChar char="•"/>
              <a:lnSpc>
                <a:spcPts val="2200"/>
              </a:lnSpc>
            </a:pPr>
            <a:r>
              <a:rPr sz="2000" b="0">
                <a:solidFill>
                  <a:srgbClr val="333333"/>
                </a:solidFill>
                <a:latin typeface="Calibri"/>
              </a:rPr>
              <a:t>On real Verilog, add a localparam derived from an existing parameter</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localparam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