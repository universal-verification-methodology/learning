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Combinational logic should depend only on current inputs—not on what the output was last cycle. When an always block at-star leaves a variable unassigned on some input combination, synthesis may infer a latch to hold the previous value. This module is that failure mode: incomplete if branches, partial case statements, and how assign differs from procedural combo style.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continuous assign is purely combinational—there is no path where Y fails to update. In always at-star, every input combination must drive every output you intend to be combinational. If you write only if open-paren S close-paren Y equals D1 with no else, then when S is zero Y is not assigned and tools infer storage. A full if-else or a case with all labels covered—or a default—gives every path a value. At-star fixes sensitivity; it does not fix missing branches.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the browser lab track, open the latch-risk checker from the tools page. You will see challenges at the top, a function picker for the two-to-one mux, style tabs comparing assign versus always forms, and a latch verdict with sample code. Load the starter example and flip between assign, complete always, and incomplete always. Toggle the else checkbox on the priority-if scenario and watch the verdict change. Work a few challenges, then use Check when you picked the risky style.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the real Verilog track, open this module’s examples folder and compare two mux sketches. One uses continuous assign—latch-free by construction. The other uses always at-star with only the true branch of if—classic latch bait. If Icarus is available, run a syntax-only compile; both parse, but only the first is safe combinational style for synthesis. Your linter and synthesis reports are where latch inference shows up in real projects.</a:t>
            </a:r>
          </a:p>
          <a:p/>
          <a:p>
            <a:r>
              <a:t>```verilog</a:t>
            </a:r>
          </a:p>
          <a:p>
            <a:r>
              <a:t>// mux_styles.v — complete assign vs incomplete always</a:t>
            </a:r>
          </a:p>
          <a:p>
            <a:r>
              <a:t>module mux_good(</a:t>
            </a:r>
          </a:p>
          <a:p>
            <a:r>
              <a:t>  input  S, D0, D1,</a:t>
            </a:r>
          </a:p>
          <a:p>
            <a:r>
              <a:t>  output Y</a:t>
            </a:r>
          </a:p>
          <a:p>
            <a:r>
              <a:t>);</a:t>
            </a:r>
          </a:p>
          <a:p>
            <a:r>
              <a:t>  assign Y = S ? D1 : D0;</a:t>
            </a:r>
          </a:p>
          <a:p>
            <a:r>
              <a:t>endmodule</a:t>
            </a:r>
          </a:p>
          <a:p/>
          <a:p>
            <a:r>
              <a:t>module mux_latch_risk(</a:t>
            </a:r>
          </a:p>
          <a:p>
            <a:r>
              <a:t>  input  S, D0, D1,</a:t>
            </a:r>
          </a:p>
          <a:p>
            <a:r>
              <a:t>  output reg Y</a:t>
            </a:r>
          </a:p>
          <a:p>
            <a:r>
              <a:t>);</a:t>
            </a:r>
          </a:p>
          <a:p>
            <a:r>
              <a:t>  always @(*) begin</a:t>
            </a:r>
          </a:p>
          <a:p>
            <a:r>
              <a:t>    if (S) Y = D1;</a:t>
            </a:r>
          </a:p>
          <a:p>
            <a:r>
              <a:t>    // no else — Y not assigned when S=0 → latch risk</a:t>
            </a:r>
          </a:p>
          <a:p>
            <a:r>
              <a:t>  end</a:t>
            </a:r>
          </a:p>
          <a:p>
            <a:r>
              <a:t>endmodule</a:t>
            </a:r>
          </a:p>
          <a:p/>
          <a:p>
            <a:r>
              <a:t>// iverilog -t null mux_styles.v — syntax check only</a:t>
            </a:r>
          </a:p>
          <a:p>
            <a:r>
              <a:t>```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 not assume at-star means latch-free—it only builds the sensitivity list. Do not write enable-looking if open-paren EN close-paren without else unless you deliberately want a latch—and in coursework you usually do not. Partial case without default is the same class of bug for wider selects. Prefer assign or always_comb with every path assigning outputs when you mean pure combinational logic.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Complete the checklist for at least one track—preferably both. In the browser, load the starter and identify which mux style infers a latch. On real Verilog, write or fix an always block so every branch assigns the output. When you are ready, take the short quiz, then continue to blocking versus non-blocking in the next module.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Latch risk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Combinational logic should depend only on current inputs, not on what the output was last cycle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learn_verilog — latch risk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Complete versus incomplete paths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A continuous assign is purely combinational, there is no path where Y fails to update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In always at-star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If you write only if open-paren S close-paren Y equals D1 with no else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A full if-else or a case with all labels covered, or a default, gives every path a value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At-star fixes sensitivity; it does not fix missing branches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learn_verilog — latch risk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Browser lab</a:t>
            </a:r>
          </a:p>
        </p:txBody>
      </p:sp>
      <p:pic>
        <p:nvPicPr>
          <p:cNvPr id="3" name="Picture 2" descr="lab-star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5024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Latch risk lab starter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learn_verilog — latch risk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Real Verilog practice</a:t>
            </a:r>
          </a:p>
        </p:txBody>
      </p:sp>
      <p:pic>
        <p:nvPicPr>
          <p:cNvPr id="3" name="Picture 2" descr="real-she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8192429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Real Verilog — mux with and without latch risk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learn_verilog — latch risk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Pitfalls to watch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Do not assume at-star means latch-free, it only builds the sensitivity list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In coursework you usually do not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Partial case without default is the same class of bug for wider selects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Prefer assign or always_comb with every path assigning outputs when you mean pure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learn_verilog — latch risk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Your turn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Complete the checklist for at least one track, preferably both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In the browser, load the starter and identify which mux style infers a latch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On real Verilog, write or fix an always block so every branch assigns the output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When you are ready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learn_verilog — latch risk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