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every Verilog fragment that simulates cleanly will synthesize to real gates. Synthesizability lint is a static check that flags constructs a synthesis tool cannot map to hardware: delays, initial blocks, system tasks, latch-risk incomplete branches, blocking assignment inside flip-flops, and non-blocking assignment in combinational logic. This module teaches you to read those warnings before they become late surprises in your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teaching rule pack covers the most common classroom mistakes. Hash-delay on assigns or gates is simulation timing, not hardware. Initial blocks and dollar-display tasks belong in testbenches, not RTL modules. An always-at-star if without else can infer a latch. Inside an always-ff clocked block, use non-blocking assignment for register outputs. Inside always-comb, use blocking assignment instead. Timed always loops with hash-five are clock generators for simulation only. Clean RTL like a simple assign of Y equals A and B passes with zero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synthesizability linter from the tools page. The starter loads a clean two-input AND with assign — lint reports ok with no findings. Use the snippet buttons to load bad examples: assign with hash-delay, initial blocks, incomplete if for latch risk, blocking equals in a flip-flop, and non-blocking in combinational logic. Hit Lint after each snippet and read the rule name and severity. Work the challenges until you can predict which rule fires, then use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Verilog track, open this module's examples folder. One sketch is a clean AND gate that passes synthesizability lint. The second is a proper flip-flop using always-ff with non-blocking assignment and async reset. A commented delay example shows what not to ship — it parses in simulation but would fail lint. If Icarus is available, run a syntax-only compile on the clean modules.</a:t>
            </a:r>
          </a:p>
          <a:p/>
          <a:p>
            <a:r>
              <a:t>```verilog</a:t>
            </a:r>
          </a:p>
          <a:p>
            <a:r>
              <a:t>// synth_demo.v - clean RTL vs common lint violations</a:t>
            </a:r>
          </a:p>
          <a:p>
            <a:r>
              <a:t>module and2_clean(</a:t>
            </a:r>
          </a:p>
          <a:p>
            <a:r>
              <a:t>  input  a,</a:t>
            </a:r>
          </a:p>
          <a:p>
            <a:r>
              <a:t>  input  b,</a:t>
            </a:r>
          </a:p>
          <a:p>
            <a:r>
              <a:t>  output y</a:t>
            </a:r>
          </a:p>
          <a:p>
            <a:r>
              <a:t>);</a:t>
            </a:r>
          </a:p>
          <a:p>
            <a:r>
              <a:t>  assign y = a &amp; b;</a:t>
            </a:r>
          </a:p>
          <a:p>
            <a:r>
              <a:t>endmodule</a:t>
            </a:r>
          </a:p>
          <a:p/>
          <a:p>
            <a:r>
              <a:t>module ff_good(</a:t>
            </a:r>
          </a:p>
          <a:p>
            <a:r>
              <a:t>  input        clk,</a:t>
            </a:r>
          </a:p>
          <a:p>
            <a:r>
              <a:t>  input        rst_n,</a:t>
            </a:r>
          </a:p>
          <a:p>
            <a:r>
              <a:t>  input        d,</a:t>
            </a:r>
          </a:p>
          <a:p>
            <a:r>
              <a:t>  output reg   q</a:t>
            </a:r>
          </a:p>
          <a:p>
            <a:r>
              <a:t>);</a:t>
            </a:r>
          </a:p>
          <a:p>
            <a:r>
              <a:t>  always @(posedge clk or negedge rst_n) begin</a:t>
            </a:r>
          </a:p>
          <a:p>
            <a:r>
              <a:t>    if (!rst_n) q &lt;= 1'b0;</a:t>
            </a:r>
          </a:p>
          <a:p>
            <a:r>
              <a:t>    else        q &lt;= d;</a:t>
            </a:r>
          </a:p>
          <a:p>
            <a:r>
              <a:t>  end</a:t>
            </a:r>
          </a:p>
          <a:p>
            <a:r>
              <a:t>endmodule</a:t>
            </a:r>
          </a:p>
          <a:p/>
          <a:p>
            <a:r>
              <a:t>// delay_bad - NOT synthesizable (commented)</a:t>
            </a:r>
          </a:p>
          <a:p>
            <a:r>
              <a:t>// module delay_bad(input a, output y);</a:t>
            </a:r>
          </a:p>
          <a:p>
            <a:r>
              <a:t>//   assign #5 y = a;</a:t>
            </a:r>
          </a:p>
          <a:p>
            <a:r>
              <a:t>// endmodule</a:t>
            </a:r>
          </a:p>
          <a:p/>
          <a:p>
            <a:r>
              <a:t>// iverilog -t null synth_demo.v - syntax check only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a green simulation as proof of synthesizability — delays and initial blocks simulate fine but do not map to gates. Do not copy testbench patterns like dollar-display into RTL modules. Do not mix blocking and non-blocking styles inside the same clocked always block. Do not assume this teaching linter replaces industrial tools like Yosys or Vivado — it teaches the rule categories, not every vendor quirk. Run lint early and fix findings before you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track, ideally both. In the browser lab, load the latch snippet and name the rule that fires. In real Verilog, take a sketch from an earlier module and run it through the linter mentally: any delays, initial blocks, or incomplete branches? When you finish, take the short quiz, then continue to HDL style in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Synthesizability lint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Not every Verilog fragment that simulates cleanly will synthesize to real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synth lint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the linter catches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teaching rule pack covers the most common classroom mistakes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Hash-delay on assigns or gates is simulation timing, not hardware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Initial blocks and dollar-display tasks belong in testbenches, not RTL modules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always-at-star if without else can infer a latch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Inside an always-ff clocked block, use non-blocking assignment for register outputs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Inside always-comb, use blocking assignment instead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synth lint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Synth lint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synth lint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Verilog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385733" cy="457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Verilog - clean vs lint 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synth lint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a green simulation as proof of synthesizability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copy testbench patterns like dollar-display into RTL modules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blocking and non-blocking styles inside the same clocked always block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this teaching linter replaces industrial tools like Yosys or Vivado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lint early and fix findings before you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synth lint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ideally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load the latch snippet and name the rule that fires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Any delays, initial blocks, or incomplete branches?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finish, take the short quiz, then continue to HDL style in the next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 — synth lint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