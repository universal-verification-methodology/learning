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Constants show up everywhere in RTL—reset values, parameter defaults, and compare masks. This module is how Verilog writes those constants: sized and unsized literals in binary, octal, decimal, and hex, plus signed forms and the special X and Z digits for simulation. We will decode them in the browser lab, then write the same patterns in a real dot-v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sized literal has three parts: a width in bits, an apostrophe and base letter—b for binary, o for octal, d for decimal, or h for hex—and the digits themselves. Eight apostrophe h F F is eight bits of all ones. An unsized literal like apostrophe b one zero one zero still has a base but lets the tool infer width from context. Add s after the apostrophe for signed interpretation—eight apostrophe s d minus one is negative one in eight bits. Underscores between nibbles are cosmetic; they do not change the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 track, open the Verilog literal decoder from the tools page. You will see the challenge list, a text field for the literal, and a decode panel showing width, base, the bit vector, and unsigned or signed values. The starter is eight apostrophe h two A—load it and watch how the bits and decimal value appear. Work a few challenges—binary width, hex F F, signed minus one—and use Check when the decode matches the prompt. The lab covers truncation and X slash Z too; explore at your own 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real Verilog track, open this module’s examples folder and read the literal demo sketch. Local parameters are a safe place to practice constants: a four-bit binary pattern, an eight-bit hex mask, a decimal width, and a signed negative one. If Icarus is available, run a syntax-only compile; otherwise, keeping these forms in your editor is enough. You will paste the same literal shapes into assigns and case items later in the course.</a:t>
            </a:r>
          </a:p>
          <a:p/>
          <a:p>
            <a:r>
              <a:t>```verilog</a:t>
            </a:r>
          </a:p>
          <a:p>
            <a:r>
              <a:t>// literals.v — sized bases you will see in every RTL file</a:t>
            </a:r>
          </a:p>
          <a:p>
            <a:r>
              <a:t>module literal_demo;</a:t>
            </a:r>
          </a:p>
          <a:p>
            <a:r>
              <a:t>  localparam [7:0]  MASK_FF = 8'hFF;   // 8-bit hex — all ones</a:t>
            </a:r>
          </a:p>
          <a:p>
            <a:r>
              <a:t>  localparam [3:0]  PATTERN = 4'b1010; // 4-bit binary</a:t>
            </a:r>
          </a:p>
          <a:p>
            <a:r>
              <a:t>  localparam [15:0] COUNT   = 16'd42;  // 16-bit decimal</a:t>
            </a:r>
          </a:p>
          <a:p>
            <a:r>
              <a:t>  localparam [7:0]  NEG1    = 8'shFF;  // signed −1 when read as 8-bit signed</a:t>
            </a:r>
          </a:p>
          <a:p>
            <a:r>
              <a:t>endmodule</a:t>
            </a:r>
          </a:p>
          <a:p/>
          <a:p>
            <a:r>
              <a:t>// iverilog -t null literals.v — syntax check only</a:t>
            </a:r>
          </a:p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ignore width—four apostrophe h F F truncates to four bits, and the tool should warn you. Do not treat signed and unsigned as interchangeable; eight apostrophe h F F as unsigned is two fifty-five, but eight apostrophe s h F F is negative one. X and Z are for simulation and unknown states—avoid them in synthesizable constants you intend to ship. And remember: the decoder lab teaches literacy; you still owe correct literals in RTL you commit.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In the browser, load the starter and finish a few challenges. On real Verilog, write or edit a minimal sketch with at least two different bases. When you are ready, take the short quiz, then continue to wire versus reg in the next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Verilog literals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Constants show up everywhere in RTL, reset values, parameter defaults, and compare masks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 — verilog literals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How literals are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 sized literal has three parts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Eight apostrophe h F F is eight bits of all ones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 unsized literal like apostrophe b one zero one zero still has a base but lets the tool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Add s after the apostrophe for signed interpretation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Underscores between nibbles are cosmetic; they do not change the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 — verilog literals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3692164" cy="4571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Verilog literals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 — verilog literals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Real Verilog practice</a:t>
            </a:r>
          </a:p>
        </p:txBody>
      </p:sp>
      <p:pic>
        <p:nvPicPr>
          <p:cNvPr id="3" name="Picture 2" descr="real-sh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31011"/>
            <a:ext cx="11064240" cy="39959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Real Verilog — literal localparams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 — verilog literals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ignore width, four apostrophe h F F truncates to four bits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treat signed and unsigned as interchangeable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X and Z are for simulation and unknown states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 — verilog literals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browser, load the starter and finish a few challenges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real Verilog, write or edit a minimal sketch with at least two different bases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 — verilog literals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