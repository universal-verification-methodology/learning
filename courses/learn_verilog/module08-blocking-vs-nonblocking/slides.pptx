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clocked always block, equals is blocking assignment and less-than-or-equals is non-blocking. Blocking runs statements in order—each right-hand side can see updates from earlier lines in the same clock edge. Non-blocking samples every right-hand side first, using values from before the edge, then updates all left-hand sides together. This module is that timing difference: why flip-flops use non-blocking, and how a pipeline or swap can go wrong with blocking.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a two-stage pipeline: q1 gets d, then q2 gets q1. With blocking, q2 equals q1 after q1 already took the new d—both stages collapse into one edge. With non-blocking, q2 still sees the old q1, so you get a real one-cycle delay per stage. The swap gotcha is the same idea: blocking a equals b then b equals a copies b twice; non-blocking samples both old values and actually trades them. Rule of thumb: combinational always at-star uses equals; clocked sequential uses less-than-or-equals.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blocking-versus-nonblocking lab from the tools page. You get side-by-side panels—blocking on one side, non-blocking on the other—with the same clock and stimulus. Pick scenarios like register swap, two-stage pipeline, or copy chain. Step the clock and watch the watched signals. Load the starter example first, then work a few challenges and use Check when you can predict which side matches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Verilog track, open this module’s examples folder. One sketch is a simple D flip-flop: on each rising clock edge, Q less-than-or-equals D. The other is a two-register pipeline—q1 less-than-or-equals D, then q2 less-than-or-equals q1—so q2 trails q1 by a full cycle. If Icarus is available, run a syntax-only compile; the point is the assignment operator choice, not a full testbench run.</a:t>
            </a:r>
          </a:p>
          <a:p/>
          <a:p>
            <a:r>
              <a:t>```verilog</a:t>
            </a:r>
          </a:p>
          <a:p>
            <a:r>
              <a:t>// blocking_nba.v — sequential style uses non-blocking</a:t>
            </a:r>
          </a:p>
          <a:p>
            <a:r>
              <a:t>module ff_nba(</a:t>
            </a:r>
          </a:p>
          <a:p>
            <a:r>
              <a:t>  input      clk,</a:t>
            </a:r>
          </a:p>
          <a:p>
            <a:r>
              <a:t>  input      D,</a:t>
            </a:r>
          </a:p>
          <a:p>
            <a:r>
              <a:t>  output reg Q</a:t>
            </a:r>
          </a:p>
          <a:p>
            <a:r>
              <a:t>);</a:t>
            </a:r>
          </a:p>
          <a:p>
            <a:r>
              <a:t>  always @(posedge clk)</a:t>
            </a:r>
          </a:p>
          <a:p>
            <a:r>
              <a:t>    Q &lt;= D;</a:t>
            </a:r>
          </a:p>
          <a:p>
            <a:r>
              <a:t>endmodule</a:t>
            </a:r>
          </a:p>
          <a:p/>
          <a:p>
            <a:r>
              <a:t>module pipe_nba(</a:t>
            </a:r>
          </a:p>
          <a:p>
            <a:r>
              <a:t>  input      clk,</a:t>
            </a:r>
          </a:p>
          <a:p>
            <a:r>
              <a:t>  input      D,</a:t>
            </a:r>
          </a:p>
          <a:p>
            <a:r>
              <a:t>  output reg q1,</a:t>
            </a:r>
          </a:p>
          <a:p>
            <a:r>
              <a:t>  output reg q2</a:t>
            </a:r>
          </a:p>
          <a:p>
            <a:r>
              <a:t>);</a:t>
            </a:r>
          </a:p>
          <a:p>
            <a:r>
              <a:t>  always @(posedge clk) begin</a:t>
            </a:r>
          </a:p>
          <a:p>
            <a:r>
              <a:t>    q1 &lt;= D;</a:t>
            </a:r>
          </a:p>
          <a:p>
            <a:r>
              <a:t>    q2 &lt;= q1;  // old q1 — true pipeline delay</a:t>
            </a:r>
          </a:p>
          <a:p>
            <a:r>
              <a:t>  end</a:t>
            </a:r>
          </a:p>
          <a:p>
            <a:r>
              <a:t>endmodule</a:t>
            </a:r>
          </a:p>
          <a:p/>
          <a:p>
            <a:r>
              <a:t>// iverilog -t null blocking_nba.v — syntax check only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use blocking equals inside clocked always blocks unless you mean that in-order behavior—and in coursework you usually do not. Do not mix blocking and non-blocking on the same register in one edge without a clear reason. Do not use non-blocking in combinational at-star blocks—it is for sequential logic. If your pipeline shows zero delay between stages, check for blocking assignments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step through the swap scenario and explain why only the non-blocking side trades values. On real Verilog, write a clocked always block that uses non-blocking for every register update. When you are ready, take the short quiz, then continue to parameters and width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Blocking vs non-blocking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 a clocked always block, equals is blocking assignment and less-than-or-equals is non-blocking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blocking vs nonblocking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Same edge, different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Picture a two-stage pipeline: q1 gets d, then q2 gets q1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With blocking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With non-blocking, q2 still sees the old q1, so you get a real one-cycle delay per stage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swap gotcha is the same idea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Rule of thumb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blocking vs nonblocking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Blocking vs non-blocking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blocking vs nonblocking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Verilog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17712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Verilog — flip-flop and pipeline with non-blocking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blocking vs nonblocking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coursework you usually do not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blocking and non-blocking on the same register in one edge without a clear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use non-blocking in combinational at-star blocks, it is for sequential logic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your pipeline shows zero delay between stages, check for blocking assignments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blocking vs nonblocking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real Verilog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blocking vs nonblocking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