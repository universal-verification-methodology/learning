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Verilog gives you two related ideas that sound like loops but run at elaboration, not on every clock edge. Replication brace-N-brace-expression copies an expression N times inside a concatenation—brace-four-brace one-prime-b-one becomes four copies of one. Generate blocks use parameters and genvar to build structure: a for loop that instantiates one cell per index, or an if that keeps exactly one branch. This module is that toolbox—when to replicate bits versus when to replicate hierarchy.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Replication is expression math: brace-N-brace expr widens a bus by repeating expr. Generate for uses a genvar index from zero to N minus one and elaborates one instance per pass—bit cell open-bracket i close-bracket dot u, and so on. Generate if tests a parameter or localparam at elaboration and discards the other branch entirely. That is different from a for loop inside always at-star, which runs during simulation. Generate conditions must be constants known before simulation starts—not ordinary signals that change every cycle.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generate-replication explorer from the tools page. Pick a mode—replication, generate for, or generate if—and set N or WIDTH. Load the starter with brace-four-brace one-prime-b-one, hit Expand, and read the bit width. Switch to generate for and see instance names unroll. Try generate if with WIDTH eight versus two and watch which branch elaborates. Work the challenges,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The sketch assigns a bus of all ones with replication, then uses generate for with a genvar to instantiate one cell per bit. If Icarus is available, run a syntax-only compile—the lesson is elaboration-time structure, not a full testbench run.</a:t>
            </a:r>
          </a:p>
          <a:p/>
          <a:p>
            <a:r>
              <a:t>```verilog</a:t>
            </a:r>
          </a:p>
          <a:p>
            <a:r>
              <a:t>// generate_demo.v - replication + generate for</a:t>
            </a:r>
          </a:p>
          <a:p>
            <a:r>
              <a:t>module leaf_cell(</a:t>
            </a:r>
          </a:p>
          <a:p>
            <a:r>
              <a:t>  input  d,</a:t>
            </a:r>
          </a:p>
          <a:p>
            <a:r>
              <a:t>  output q</a:t>
            </a:r>
          </a:p>
          <a:p>
            <a:r>
              <a:t>);</a:t>
            </a:r>
          </a:p>
          <a:p>
            <a:r>
              <a:t>  assign q = d;</a:t>
            </a:r>
          </a:p>
          <a:p>
            <a:r>
              <a:t>endmodule</a:t>
            </a:r>
          </a:p>
          <a:p/>
          <a:p>
            <a:r>
              <a:t>module generate_demo #(</a:t>
            </a:r>
          </a:p>
          <a:p>
            <a:r>
              <a:t>  parameter N = 4</a:t>
            </a:r>
          </a:p>
          <a:p>
            <a:r>
              <a:t>)(</a:t>
            </a:r>
          </a:p>
          <a:p>
            <a:r>
              <a:t>  input  [N-1:0] d,</a:t>
            </a:r>
          </a:p>
          <a:p>
            <a:r>
              <a:t>  output [N-1:0] q</a:t>
            </a:r>
          </a:p>
          <a:p>
            <a:r>
              <a:t>);</a:t>
            </a:r>
          </a:p>
          <a:p>
            <a:r>
              <a:t>  wire [N-1:0] ones;</a:t>
            </a:r>
          </a:p>
          <a:p>
            <a:r>
              <a:t>  assign ones = {N{1'b1}};</a:t>
            </a:r>
          </a:p>
          <a:p/>
          <a:p>
            <a:r>
              <a:t>  genvar i;</a:t>
            </a:r>
          </a:p>
          <a:p>
            <a:r>
              <a:t>  generate</a:t>
            </a:r>
          </a:p>
          <a:p>
            <a:r>
              <a:t>    for (i = 0; i &lt; N; i = i + 1) begin : bit_cell</a:t>
            </a:r>
          </a:p>
          <a:p>
            <a:r>
              <a:t>      leaf_cell u (.d(d[i]), .q(q[i]));</a:t>
            </a:r>
          </a:p>
          <a:p>
            <a:r>
              <a:t>    end</a:t>
            </a:r>
          </a:p>
          <a:p>
            <a:r>
              <a:t>  endgenerate</a:t>
            </a:r>
          </a:p>
          <a:p>
            <a:r>
              <a:t>endmodule</a:t>
            </a:r>
          </a:p>
          <a:p/>
          <a:p>
            <a:r>
              <a:t>// iverilog -t null generate_demo.v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replication brace-N-brace with generate for—they solve different problems. Do not put a runtime signal in a generate if condition—use parameters or localparams. Do not expect generate for to behave like a procedural for loop inside always. Do name generate blocks when you need hierarchical paths like bit_cell open-bracket i close-bracket dot u in waveforms and lint reports.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expand brace-four-brace one-prime-b-one and state the resulting bit width. On real Verilog, write a generate for that instantiates N copies of a leaf cell. When you are ready, take the short quiz, then continue to one-driver nets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Generate and replication</a:t>
            </a:r>
          </a:p>
          <a:p>
            <a:pPr algn="ctr">
              <a:lnSpc>
                <a:spcPts val="2200"/>
              </a:lnSpc>
              <a:spcBef>
                <a:spcPts val="1400"/>
              </a:spcBef>
            </a:pPr>
            <a:r>
              <a:rPr sz="2600" b="0">
                <a:solidFill>
                  <a:srgbClr val="333333"/>
                </a:solidFill>
                <a:latin typeface="Calibri"/>
              </a:rPr>
              <a:t>Verilog gives you two related ideas that sound like loops but run at elaboration, not on every clock edge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generate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Elaboration, not runtime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Replication is expression math: brace-N-brace expr widens a bus by repeating expr</a:t>
            </a:r>
          </a:p>
          <a:p>
            <a:pPr lvl="0" marL="457200" indent="-228600">
              <a:buFont typeface="Calibri"/>
              <a:spcAft>
                <a:spcPts val="1000"/>
              </a:spcAft>
              <a:buSzPct val="100000"/>
              <a:buChar char="•"/>
              <a:lnSpc>
                <a:spcPts val="2200"/>
              </a:lnSpc>
            </a:pPr>
            <a:r>
              <a:rPr sz="2000" b="0">
                <a:solidFill>
                  <a:srgbClr val="333333"/>
                </a:solidFill>
                <a:latin typeface="Calibri"/>
              </a:rPr>
              <a:t>Bit cell open-bracket i close-bracket dot u, and so on</a:t>
            </a:r>
          </a:p>
          <a:p>
            <a:pPr lvl="0" marL="457200" indent="-228600">
              <a:buFont typeface="Calibri"/>
              <a:spcAft>
                <a:spcPts val="1000"/>
              </a:spcAft>
              <a:buSzPct val="100000"/>
              <a:buChar char="•"/>
              <a:lnSpc>
                <a:spcPts val="2200"/>
              </a:lnSpc>
            </a:pPr>
            <a:r>
              <a:rPr sz="2000" b="0">
                <a:solidFill>
                  <a:srgbClr val="333333"/>
                </a:solidFill>
                <a:latin typeface="Calibri"/>
              </a:rPr>
              <a:t>Generate if tests a parameter or localparam at elaboration and discards the other branch</a:t>
            </a:r>
          </a:p>
          <a:p>
            <a:pPr lvl="0" marL="457200" indent="-228600">
              <a:buFont typeface="Calibri"/>
              <a:spcAft>
                <a:spcPts val="1000"/>
              </a:spcAft>
              <a:buSzPct val="100000"/>
              <a:buChar char="•"/>
              <a:lnSpc>
                <a:spcPts val="2200"/>
              </a:lnSpc>
            </a:pPr>
            <a:r>
              <a:rPr sz="2000" b="0">
                <a:solidFill>
                  <a:srgbClr val="333333"/>
                </a:solidFill>
                <a:latin typeface="Calibri"/>
              </a:rPr>
              <a:t>That is different from a for loop inside always at-star, which runs during simulation</a:t>
            </a:r>
          </a:p>
          <a:p>
            <a:pPr lvl="0" marL="457200" indent="-228600">
              <a:buFont typeface="Calibri"/>
              <a:spcAft>
                <a:spcPts val="1000"/>
              </a:spcAft>
              <a:buSzPct val="100000"/>
              <a:buChar char="•"/>
              <a:lnSpc>
                <a:spcPts val="2200"/>
              </a:lnSpc>
            </a:pPr>
            <a:r>
              <a:rPr sz="2000" b="0">
                <a:solidFill>
                  <a:srgbClr val="333333"/>
                </a:solidFill>
                <a:latin typeface="Calibri"/>
              </a:rPr>
              <a:t>Generate conditions must be constants known before simulation starts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generate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Generate replication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generate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656034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replication and generate for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generate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replication brace-N-brace with generate for, they solve different problems</a:t>
            </a:r>
          </a:p>
          <a:p>
            <a:pPr lvl="0" marL="457200" indent="-228600">
              <a:buFont typeface="Calibri"/>
              <a:spcAft>
                <a:spcPts val="1000"/>
              </a:spcAft>
              <a:buSzPct val="100000"/>
              <a:buChar char="•"/>
              <a:lnSpc>
                <a:spcPts val="2200"/>
              </a:lnSpc>
            </a:pPr>
            <a:r>
              <a:rPr sz="2000" b="0">
                <a:solidFill>
                  <a:srgbClr val="333333"/>
                </a:solidFill>
                <a:latin typeface="Calibri"/>
              </a:rPr>
              <a:t>Do not put a runtime signal in a generate if condition, use parameters or localparams</a:t>
            </a:r>
          </a:p>
          <a:p>
            <a:pPr lvl="0" marL="457200" indent="-228600">
              <a:buFont typeface="Calibri"/>
              <a:spcAft>
                <a:spcPts val="1000"/>
              </a:spcAft>
              <a:buSzPct val="100000"/>
              <a:buChar char="•"/>
              <a:lnSpc>
                <a:spcPts val="2200"/>
              </a:lnSpc>
            </a:pPr>
            <a:r>
              <a:rPr sz="2000" b="0">
                <a:solidFill>
                  <a:srgbClr val="333333"/>
                </a:solidFill>
                <a:latin typeface="Calibri"/>
              </a:rPr>
              <a:t>Do not expect generate for to behave like a procedural for loop inside always</a:t>
            </a:r>
          </a:p>
          <a:p>
            <a:pPr lvl="0" marL="457200" indent="-228600">
              <a:buFont typeface="Calibri"/>
              <a:spcAft>
                <a:spcPts val="1000"/>
              </a:spcAft>
              <a:buSzPct val="100000"/>
              <a:buChar char="•"/>
              <a:lnSpc>
                <a:spcPts val="2200"/>
              </a:lnSpc>
            </a:pPr>
            <a:r>
              <a:rPr sz="2000" b="0">
                <a:solidFill>
                  <a:srgbClr val="333333"/>
                </a:solidFill>
                <a:latin typeface="Calibri"/>
              </a:rPr>
              <a:t>Do name generate blocks when you need hierarchical paths like bit_cell open-bracket 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generate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expand brace-four-brace one-prime-b-one and state the resulting bit width</a:t>
            </a:r>
          </a:p>
          <a:p>
            <a:pPr lvl="0" marL="457200" indent="-228600">
              <a:buFont typeface="Calibri"/>
              <a:spcAft>
                <a:spcPts val="1000"/>
              </a:spcAft>
              <a:buSzPct val="100000"/>
              <a:buChar char="•"/>
              <a:lnSpc>
                <a:spcPts val="2200"/>
              </a:lnSpc>
            </a:pPr>
            <a:r>
              <a:rPr sz="2000" b="0">
                <a:solidFill>
                  <a:srgbClr val="333333"/>
                </a:solidFill>
                <a:latin typeface="Calibri"/>
              </a:rPr>
              <a:t>On real Verilog, write a generate for that instantiates N copies of a leaf cell</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generate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